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15967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095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294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2633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4031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55527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78584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13566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0068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4424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8105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500444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635031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049240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497310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86301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31BE5-4E30-4C68-815E-641678915369}" type="datetimeFigureOut">
              <a:rPr lang="en-ZA" smtClean="0"/>
              <a:t>2025/11/11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F7E79AE8-FF84-4D68-8DD7-A527EEDF93E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33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 err="1" smtClean="0"/>
              <a:t>NexGen</a:t>
            </a:r>
            <a:r>
              <a:rPr lang="en-ZA" dirty="0" smtClean="0"/>
              <a:t> Maintenance Solutions</a:t>
            </a:r>
            <a:endParaRPr lang="en-Z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smtClean="0"/>
              <a:t>Your Problem Our Problem.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10103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41" y="262393"/>
            <a:ext cx="4152620" cy="3753800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061" y="2690852"/>
            <a:ext cx="5104738" cy="3573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022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52" y="494173"/>
            <a:ext cx="5691811" cy="58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1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69" y="341524"/>
            <a:ext cx="5421467" cy="411915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4260" y="341524"/>
            <a:ext cx="5362495" cy="586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7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78" y="365759"/>
            <a:ext cx="5732895" cy="57808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2122" y="456972"/>
            <a:ext cx="5189015" cy="568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74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14" y="3621087"/>
            <a:ext cx="5732895" cy="1333113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/>
        </p:nvGrpSpPr>
        <p:grpSpPr bwMode="auto">
          <a:xfrm>
            <a:off x="643514" y="190583"/>
            <a:ext cx="5432424" cy="3567113"/>
            <a:chOff x="690" y="90"/>
            <a:chExt cx="3422" cy="2247"/>
          </a:xfrm>
        </p:grpSpPr>
        <p:sp>
          <p:nvSpPr>
            <p:cNvPr id="5" name="AutoShape 3"/>
            <p:cNvSpPr>
              <a:spLocks noChangeAspect="1" noChangeArrowheads="1" noTextEdit="1"/>
            </p:cNvSpPr>
            <p:nvPr/>
          </p:nvSpPr>
          <p:spPr bwMode="auto">
            <a:xfrm>
              <a:off x="731" y="90"/>
              <a:ext cx="3381" cy="2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6" name="Rectangle 5"/>
            <p:cNvSpPr>
              <a:spLocks noChangeArrowheads="1"/>
            </p:cNvSpPr>
            <p:nvPr/>
          </p:nvSpPr>
          <p:spPr bwMode="auto">
            <a:xfrm>
              <a:off x="731" y="240"/>
              <a:ext cx="32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Model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" name="Rectangle 6"/>
            <p:cNvSpPr>
              <a:spLocks noChangeArrowheads="1"/>
            </p:cNvSpPr>
            <p:nvPr/>
          </p:nvSpPr>
          <p:spPr bwMode="auto">
            <a:xfrm>
              <a:off x="991" y="243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1807" y="240"/>
              <a:ext cx="47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Accuracy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" name="Rectangle 8"/>
            <p:cNvSpPr>
              <a:spLocks noChangeArrowheads="1"/>
            </p:cNvSpPr>
            <p:nvPr/>
          </p:nvSpPr>
          <p:spPr bwMode="auto">
            <a:xfrm>
              <a:off x="2211" y="243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2484" y="240"/>
              <a:ext cx="15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F1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2589" y="240"/>
              <a:ext cx="7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-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" name="Rectangle 11"/>
            <p:cNvSpPr>
              <a:spLocks noChangeArrowheads="1"/>
            </p:cNvSpPr>
            <p:nvPr/>
          </p:nvSpPr>
          <p:spPr bwMode="auto">
            <a:xfrm>
              <a:off x="2619" y="240"/>
              <a:ext cx="33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Score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Rectangle 12"/>
            <p:cNvSpPr>
              <a:spLocks noChangeArrowheads="1"/>
            </p:cNvSpPr>
            <p:nvPr/>
          </p:nvSpPr>
          <p:spPr bwMode="auto">
            <a:xfrm>
              <a:off x="2448" y="395"/>
              <a:ext cx="53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(Failure=1)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2906" y="398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121" y="240"/>
              <a:ext cx="49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1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ROC AUC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3541" y="243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690" y="90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690" y="90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697" y="90"/>
              <a:ext cx="104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1743" y="97"/>
              <a:ext cx="7" cy="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743" y="90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1750" y="90"/>
              <a:ext cx="51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2268" y="97"/>
              <a:ext cx="7" cy="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4" name="Rectangle 23"/>
            <p:cNvSpPr>
              <a:spLocks noChangeArrowheads="1"/>
            </p:cNvSpPr>
            <p:nvPr/>
          </p:nvSpPr>
          <p:spPr bwMode="auto">
            <a:xfrm>
              <a:off x="2268" y="90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2275" y="90"/>
              <a:ext cx="80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079" y="97"/>
              <a:ext cx="8" cy="38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079" y="90"/>
              <a:ext cx="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3087" y="90"/>
              <a:ext cx="48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576" y="90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576" y="90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690" y="135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1743" y="135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2268" y="135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079" y="135"/>
              <a:ext cx="8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576" y="135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731" y="799"/>
              <a:ext cx="87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Logistic Regression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1516" y="799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784" y="799"/>
              <a:ext cx="14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48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1885" y="799"/>
              <a:ext cx="12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%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1964" y="799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2309" y="799"/>
              <a:ext cx="17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0.4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2435" y="799"/>
              <a:ext cx="9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1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2485" y="799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3120" y="799"/>
              <a:ext cx="22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0.40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3295" y="799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5"/>
            <p:cNvSpPr>
              <a:spLocks noChangeArrowheads="1"/>
            </p:cNvSpPr>
            <p:nvPr/>
          </p:nvSpPr>
          <p:spPr bwMode="auto">
            <a:xfrm>
              <a:off x="690" y="647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47" name="Rectangle 46"/>
            <p:cNvSpPr>
              <a:spLocks noChangeArrowheads="1"/>
            </p:cNvSpPr>
            <p:nvPr/>
          </p:nvSpPr>
          <p:spPr bwMode="auto">
            <a:xfrm>
              <a:off x="697" y="647"/>
              <a:ext cx="104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48" name="Rectangle 47"/>
            <p:cNvSpPr>
              <a:spLocks noChangeArrowheads="1"/>
            </p:cNvSpPr>
            <p:nvPr/>
          </p:nvSpPr>
          <p:spPr bwMode="auto">
            <a:xfrm>
              <a:off x="1743" y="647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49" name="Rectangle 48"/>
            <p:cNvSpPr>
              <a:spLocks noChangeArrowheads="1"/>
            </p:cNvSpPr>
            <p:nvPr/>
          </p:nvSpPr>
          <p:spPr bwMode="auto">
            <a:xfrm>
              <a:off x="1750" y="647"/>
              <a:ext cx="51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0" name="Rectangle 49"/>
            <p:cNvSpPr>
              <a:spLocks noChangeArrowheads="1"/>
            </p:cNvSpPr>
            <p:nvPr/>
          </p:nvSpPr>
          <p:spPr bwMode="auto">
            <a:xfrm>
              <a:off x="2268" y="647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1" name="Rectangle 50"/>
            <p:cNvSpPr>
              <a:spLocks noChangeArrowheads="1"/>
            </p:cNvSpPr>
            <p:nvPr/>
          </p:nvSpPr>
          <p:spPr bwMode="auto">
            <a:xfrm>
              <a:off x="2275" y="647"/>
              <a:ext cx="80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2" name="Rectangle 51"/>
            <p:cNvSpPr>
              <a:spLocks noChangeArrowheads="1"/>
            </p:cNvSpPr>
            <p:nvPr/>
          </p:nvSpPr>
          <p:spPr bwMode="auto">
            <a:xfrm>
              <a:off x="3079" y="647"/>
              <a:ext cx="8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3087" y="647"/>
              <a:ext cx="48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4" name="Rectangle 53"/>
            <p:cNvSpPr>
              <a:spLocks noChangeArrowheads="1"/>
            </p:cNvSpPr>
            <p:nvPr/>
          </p:nvSpPr>
          <p:spPr bwMode="auto">
            <a:xfrm>
              <a:off x="3576" y="647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5" name="Rectangle 54"/>
            <p:cNvSpPr>
              <a:spLocks noChangeArrowheads="1"/>
            </p:cNvSpPr>
            <p:nvPr/>
          </p:nvSpPr>
          <p:spPr bwMode="auto">
            <a:xfrm>
              <a:off x="690" y="692"/>
              <a:ext cx="7" cy="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1743" y="692"/>
              <a:ext cx="7" cy="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2268" y="692"/>
              <a:ext cx="7" cy="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8" name="Rectangle 57"/>
            <p:cNvSpPr>
              <a:spLocks noChangeArrowheads="1"/>
            </p:cNvSpPr>
            <p:nvPr/>
          </p:nvSpPr>
          <p:spPr bwMode="auto">
            <a:xfrm>
              <a:off x="3079" y="692"/>
              <a:ext cx="8" cy="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59" name="Rectangle 58"/>
            <p:cNvSpPr>
              <a:spLocks noChangeArrowheads="1"/>
            </p:cNvSpPr>
            <p:nvPr/>
          </p:nvSpPr>
          <p:spPr bwMode="auto">
            <a:xfrm>
              <a:off x="3576" y="692"/>
              <a:ext cx="7" cy="35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60" name="Rectangle 59"/>
            <p:cNvSpPr>
              <a:spLocks noChangeArrowheads="1"/>
            </p:cNvSpPr>
            <p:nvPr/>
          </p:nvSpPr>
          <p:spPr bwMode="auto">
            <a:xfrm>
              <a:off x="731" y="1202"/>
              <a:ext cx="731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Random Forest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731" y="1357"/>
              <a:ext cx="505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(Balanced)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1166" y="1357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1784" y="1201"/>
              <a:ext cx="178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100" dirty="0" smtClean="0">
                  <a:solidFill>
                    <a:srgbClr val="000000"/>
                  </a:solidFill>
                </a:rPr>
                <a:t>45</a:t>
              </a:r>
              <a:r>
                <a:rPr kumimoji="0" lang="en-US" altLang="en-US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%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2089" y="1201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2309" y="1201"/>
              <a:ext cx="17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0.38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2485" y="1201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3120" y="1201"/>
              <a:ext cx="173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0.49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3295" y="1201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690" y="1048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697" y="1048"/>
              <a:ext cx="104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1743" y="1048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1750" y="1048"/>
              <a:ext cx="51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2268" y="1048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2275" y="1048"/>
              <a:ext cx="80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3079" y="1048"/>
              <a:ext cx="8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3087" y="1048"/>
              <a:ext cx="48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3576" y="1048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690" y="1093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1743" y="1093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2268" y="1093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3079" y="1093"/>
              <a:ext cx="8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3576" y="1093"/>
              <a:ext cx="7" cy="5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731" y="1757"/>
              <a:ext cx="962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Deep Learning (ANN)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1596" y="1757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1784" y="1757"/>
              <a:ext cx="366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dirty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97.25%</a:t>
              </a: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2089" y="1757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2309" y="1757"/>
              <a:ext cx="22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0.96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2485" y="1757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3120" y="1757"/>
              <a:ext cx="228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0.99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3295" y="1757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690" y="1605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697" y="1605"/>
              <a:ext cx="104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1743" y="1605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750" y="1605"/>
              <a:ext cx="51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2268" y="1605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2275" y="1605"/>
              <a:ext cx="80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3079" y="1605"/>
              <a:ext cx="8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3087" y="1605"/>
              <a:ext cx="48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3576" y="1605"/>
              <a:ext cx="7" cy="45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690" y="1650"/>
              <a:ext cx="7" cy="35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690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690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697" y="2007"/>
              <a:ext cx="1046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1743" y="1650"/>
              <a:ext cx="7" cy="35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743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1750" y="2007"/>
              <a:ext cx="51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2268" y="1650"/>
              <a:ext cx="7" cy="35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2268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09" name="Rectangle 108"/>
            <p:cNvSpPr>
              <a:spLocks noChangeArrowheads="1"/>
            </p:cNvSpPr>
            <p:nvPr/>
          </p:nvSpPr>
          <p:spPr bwMode="auto">
            <a:xfrm>
              <a:off x="2275" y="2007"/>
              <a:ext cx="804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0" name="Rectangle 109"/>
            <p:cNvSpPr>
              <a:spLocks noChangeArrowheads="1"/>
            </p:cNvSpPr>
            <p:nvPr/>
          </p:nvSpPr>
          <p:spPr bwMode="auto">
            <a:xfrm>
              <a:off x="3079" y="1650"/>
              <a:ext cx="8" cy="35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3079" y="2007"/>
              <a:ext cx="8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3087" y="2007"/>
              <a:ext cx="489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3576" y="1650"/>
              <a:ext cx="7" cy="35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3576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3576" y="2007"/>
              <a:ext cx="7" cy="7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ZA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731" y="2122"/>
              <a:ext cx="69" cy="1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100" b="0" i="0" u="none" strike="noStrike" cap="none" normalizeH="0" baseline="0" smtClean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pic>
        <p:nvPicPr>
          <p:cNvPr id="117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338" y="4928264"/>
            <a:ext cx="5421312" cy="164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086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92" y="449717"/>
            <a:ext cx="5732895" cy="435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014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9552" y="617440"/>
            <a:ext cx="5732895" cy="562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8117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28</TotalTime>
  <Words>60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Facet</vt:lpstr>
      <vt:lpstr>NexGen Maintenance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NexGen Maintenance Solutions</dc:title>
  <dc:creator>Microsoft account</dc:creator>
  <cp:lastModifiedBy>Microsoft account</cp:lastModifiedBy>
  <cp:revision>4</cp:revision>
  <dcterms:created xsi:type="dcterms:W3CDTF">2025-11-11T08:31:05Z</dcterms:created>
  <dcterms:modified xsi:type="dcterms:W3CDTF">2025-11-11T08:59:35Z</dcterms:modified>
</cp:coreProperties>
</file>